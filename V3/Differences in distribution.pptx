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7" r:id="rId6"/>
    <p:sldId id="258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30" y="-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B5F9-9AF6-3533-53A7-9ED5848E7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FDFB4-E1FF-0B17-95DF-7C2D82D6F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315D7-FEE5-FC7D-2617-2F83AF6F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BFBF0-E6BD-6F62-427C-3351886FA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00E84-9859-B42D-0B48-464750A5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708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94400-CB86-0F10-17EA-27264689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F5896-35B6-395F-D78E-E9E6C280E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1A15A-B6F8-DF30-9B87-C7E4A0E8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B198D-4666-A664-3A1D-893DC52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1F5E1-D20C-50CB-E930-03F156A0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42253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93D1F-1DD1-1AC8-CF60-705063AC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7CDE9-1A40-ECE9-9D35-566083542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7711F-EBF4-DFFE-8381-A06661AB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22717-5203-2FC5-01BD-907BC033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9301D-C8CB-F2E3-5376-AE8821F8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0644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65E3-9F82-4061-326C-CBA5F1D8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C4E37-44A1-1ECE-0A19-9231850B9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79AA4-43AB-37EA-7193-7CED1BE99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8427E-48B1-7801-A5CF-C8FCA5917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CDD18-9152-6170-3555-73B293E7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7FC9D-3162-1552-BDE0-642A539B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6078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2AE6-454A-1534-6D88-DAC4CA54D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F37B-1773-A9C2-F218-8D4EFB106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0AA3FB-F63E-6852-80F5-D918DC913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31268B-0760-229A-A9A9-AC1B8B197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0EE94-9345-14D5-39ED-B9827402B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A9A9B-ADB9-E664-FD78-52FF401D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BFB2A-34BA-8076-BA93-9A685265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0CE645-BE34-2FC4-26C6-3FF69BE0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5007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91E5C-A308-1B74-049C-5797BA8E7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4A7F1-17B3-713E-A0ED-A714017F4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5AAEC-2376-A65C-2DBB-F45FA8B80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9576A-EC4C-024A-37C4-09E331BB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9606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9C204-CE45-0A5A-063D-7187A0DD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AF7F8-EC71-BC21-0231-2F8EF8199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B066A-4A01-0558-F481-DCBA895A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02621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2740-76A2-7927-93A4-C56B7E58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A1C4-9D7E-ADE0-04CA-E8890214E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84308-9FB2-7EF0-669A-A68E3706A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0D481-3EA4-C142-2A1A-11508B67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3A1E1-AEA8-B0B7-32A6-19CDEF8B9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D75D5-B776-0222-BDE1-A95C4853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5646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EED1-94E5-694A-94DE-15F30EA3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428F6-5B61-AE19-76B0-B9CA1F6A6B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50B9A-ACA1-97BB-3CFE-9BFEE51E0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EAF2B-C655-60A5-75C2-6BC1E3A3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8226C-02A4-3E05-7EBA-738EAFB3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9B689-7943-BF23-C814-362B7B47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31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068D-24C4-6F08-49BB-35BFD166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1D0D0-699C-B4B3-CBFF-45FB7B7D1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6623A-BA08-1F4B-7D17-63BCC3F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5F70F-6383-4104-A8D3-C0AAEDFA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5833A-D3C6-24F1-E7C7-01F8C6BFB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9442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C9EE2-647B-87C2-D79D-C88C1B308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0DBFB-E280-76E2-6CE6-15CF2E88F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E699F-E461-D69F-6B8F-9F8A89A1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C9994-9419-310D-3361-BFD38346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A197A-6A1E-AB23-B1C6-293BBD97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65636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E36863-2D60-0E55-ABE1-4F7C768BE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12A73-DFF8-9DFB-2DE8-3C639033F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5EEEE-A576-DC8F-A1EA-E5F3E0905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6F2CC-604A-4BAA-972B-14D48CD21228}" type="datetimeFigureOut">
              <a:rPr lang="en-MY" smtClean="0"/>
              <a:t>28/6/2026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7F74F-8FEE-D25C-060A-0C919BF5F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B734D-F65C-3ECB-3BFB-DDA0637E3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4BB38-D3EC-4D29-A920-A09D030633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088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4668-2293-FDB9-9A78-BFA5C5AA0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257A0-7C79-D569-2951-021BFB7952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5188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F0C26-4E7C-6686-A425-DCEC8437A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Human                                              </a:t>
            </a:r>
            <a:r>
              <a:rPr lang="en-MY" dirty="0" err="1"/>
              <a:t>Autoclicker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3AD380-2AE5-DAC0-EC68-F4FC345CE1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052" y="2298700"/>
            <a:ext cx="5138831" cy="2674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F54B9F-9874-5FB4-2B42-427C30F6B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2298700"/>
            <a:ext cx="5518330" cy="274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67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C22F-864C-57B2-F106-1BD7A2F3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Autoclicker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59E9CF-1381-ABB0-61A9-7F21F7D21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3285" y="1825625"/>
            <a:ext cx="87454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56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C488-B3A9-606F-4830-1D015EF3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6E5F-DC53-6021-5DBD-E68AD72B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Human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A412D9-C053-37C2-65C0-B293390E3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736" y="1787525"/>
            <a:ext cx="8380527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1E9736-B998-BCEF-4BEB-3025D64FD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765"/>
            <a:ext cx="12192000" cy="634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30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DA794-84CB-4AD9-3AAC-6C2B0DB1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Human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92355E-EC86-B56F-0C57-5200884DD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1320" y="1825625"/>
            <a:ext cx="5569360" cy="435133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8F8E8D-A9C7-69C4-6938-325603ED09BA}"/>
              </a:ext>
            </a:extLst>
          </p:cNvPr>
          <p:cNvSpPr txBox="1">
            <a:spLocks/>
          </p:cNvSpPr>
          <p:nvPr/>
        </p:nvSpPr>
        <p:spPr>
          <a:xfrm>
            <a:off x="838200" y="185305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4918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ECBFE-38BF-F119-9D4E-0CB54826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Human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C65CF3-6EEF-1DCD-06F9-BECB065D9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9724" y="1825625"/>
            <a:ext cx="83325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8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4C48-D516-2231-0739-B8B2AEDFD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B031-E44F-3DB4-EBF2-E623B45A8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Human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CA2C36-D06B-8600-FD9B-20CD2126F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736" y="1825625"/>
            <a:ext cx="83805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7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Human                                              Autoclicker</vt:lpstr>
      <vt:lpstr>Autoclicker</vt:lpstr>
      <vt:lpstr>Human</vt:lpstr>
      <vt:lpstr>Human</vt:lpstr>
      <vt:lpstr>Human</vt:lpstr>
      <vt:lpstr>Human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WONG ZYI KIT</dc:creator>
  <cp:lastModifiedBy>WONG ZYI KIT</cp:lastModifiedBy>
  <cp:revision>1</cp:revision>
  <dcterms:created xsi:type="dcterms:W3CDTF">2026-06-28T10:57:44Z</dcterms:created>
  <dcterms:modified xsi:type="dcterms:W3CDTF">2026-06-28T12:52:38Z</dcterms:modified>
</cp:coreProperties>
</file>