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8386D-3DE9-81F3-7B26-F9579B806C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7030AD-6B15-378F-66AD-BC2E65B578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30D3A-CE61-C628-3318-B47134306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364B5-CAF6-4E60-BE4D-CE262B725CBB}" type="datetimeFigureOut">
              <a:rPr lang="en-MY" smtClean="0"/>
              <a:t>13/7/2026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52298-59AC-A21E-B21F-CE5AEA57E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78919-7486-59AA-FCFB-7B5E11E66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756EC-B472-4236-8057-EB67D4D82E8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70909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BB3DD-FBA4-8761-A008-BE6CDB93D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3A830-99C8-FC4A-9679-F62BE29F3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0985A-C3CD-A60A-EDA5-F6C52C80C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364B5-CAF6-4E60-BE4D-CE262B725CBB}" type="datetimeFigureOut">
              <a:rPr lang="en-MY" smtClean="0"/>
              <a:t>13/7/2026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7B4D7-B23E-2154-A251-2B78D90DA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EA7E0-BA5A-2D73-48B2-37F8C16D6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756EC-B472-4236-8057-EB67D4D82E8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23072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149C9-76C8-6AD2-CABE-3A3566870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9A2344-7EA1-4C21-A374-A2B12AE76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126C6-49CE-C4BA-06FA-092AE32F1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364B5-CAF6-4E60-BE4D-CE262B725CBB}" type="datetimeFigureOut">
              <a:rPr lang="en-MY" smtClean="0"/>
              <a:t>13/7/2026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DCC8E-0221-2CD6-B114-CF9C05149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B69C3-E416-E091-7C54-2237765EA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756EC-B472-4236-8057-EB67D4D82E8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23930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67B25-2A03-443E-123D-F491A6C38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FE7FB-4A83-8FED-BA11-8F313789A9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C121A5-1A52-8E82-923F-9AA5AEDC1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DCAD72-ACE6-C2CB-565E-DDAE02CCD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364B5-CAF6-4E60-BE4D-CE262B725CBB}" type="datetimeFigureOut">
              <a:rPr lang="en-MY" smtClean="0"/>
              <a:t>13/7/2026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2DB1BF-9D95-7343-03B7-F1DC6C899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9C60D-F26D-57AC-1FFE-1363B874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756EC-B472-4236-8057-EB67D4D82E8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36775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A09BC-54F1-806D-5C2A-B55D663E4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2900E-2BA3-23B4-56C6-1ED1454D4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6E85DB-5136-EB90-59DC-39701C328B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CBF42E-3EF8-AE21-2E06-DC16712932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DF7BF3-8F35-9833-0652-DC1C6EDAE3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03D2B9-357A-C487-08C2-A39C2B615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364B5-CAF6-4E60-BE4D-CE262B725CBB}" type="datetimeFigureOut">
              <a:rPr lang="en-MY" smtClean="0"/>
              <a:t>13/7/2026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2FD1FB-807C-4655-C56F-598EBE903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502CCC-02B2-6692-41C4-076F837F4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756EC-B472-4236-8057-EB67D4D82E8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56068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19FF2-D264-1B2D-D73C-ADEC7ED0A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0B46A8-3D8C-BA9D-C7A4-0C76593FC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364B5-CAF6-4E60-BE4D-CE262B725CBB}" type="datetimeFigureOut">
              <a:rPr lang="en-MY" smtClean="0"/>
              <a:t>13/7/2026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788D5C-D872-0EC8-D1C6-8610CC287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DBEBC-1493-9EAD-9CC7-BFE6D86B5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756EC-B472-4236-8057-EB67D4D82E8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71708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A82CDF-004B-018E-584C-F583B815D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364B5-CAF6-4E60-BE4D-CE262B725CBB}" type="datetimeFigureOut">
              <a:rPr lang="en-MY" smtClean="0"/>
              <a:t>13/7/2026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8CAE2B-FF07-2DC8-79B7-C22890E77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65287-043C-6CAF-E8A3-B903639A2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756EC-B472-4236-8057-EB67D4D82E8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41303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54351-C469-8097-69EE-ABC8F0B7E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F378F-ED15-EB36-7E10-137195599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120CD5-9998-EFD1-D077-B89A47E49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7B1625-1B7D-ADCA-BC94-C4484C3A8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364B5-CAF6-4E60-BE4D-CE262B725CBB}" type="datetimeFigureOut">
              <a:rPr lang="en-MY" smtClean="0"/>
              <a:t>13/7/2026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D5FA0-0572-0DC2-7550-05F1C84C5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1D7A3-1477-8B6E-A17D-0CA4A4ACC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756EC-B472-4236-8057-EB67D4D82E8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81894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7B7E3-81CD-6D8F-01B9-2A72483D1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93B307-F15A-3B50-EFEC-FA10F5CF96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05EC29-E698-4631-9210-C4E95D58FA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3ECFD-4122-DE82-E527-CA044ECB6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364B5-CAF6-4E60-BE4D-CE262B725CBB}" type="datetimeFigureOut">
              <a:rPr lang="en-MY" smtClean="0"/>
              <a:t>13/7/2026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94799-B1B1-A413-AB28-015A2BE55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9C85A-523C-5FC5-80E5-9CCFFF8DA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756EC-B472-4236-8057-EB67D4D82E8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12056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A7614-D438-02C0-F5A1-02646CA9C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9A3DB9-C39E-C08F-ACC7-85B2FAFEF0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99307-605B-9076-26D6-7047F9939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364B5-CAF6-4E60-BE4D-CE262B725CBB}" type="datetimeFigureOut">
              <a:rPr lang="en-MY" smtClean="0"/>
              <a:t>13/7/2026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B4696-107E-6F58-2D24-2F50844FA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360FA-6AFF-6FE5-9294-EF006CA75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756EC-B472-4236-8057-EB67D4D82E8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9906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445812-F210-5AB7-CE03-38C5CFC650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A2C11A-EEED-691C-66D3-B360C6097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10A78-493F-6307-C0CE-D2D78BCE5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364B5-CAF6-4E60-BE4D-CE262B725CBB}" type="datetimeFigureOut">
              <a:rPr lang="en-MY" smtClean="0"/>
              <a:t>13/7/2026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48ABD-0927-4597-FD1A-CC0B3A711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8BCFD-A5EA-2930-05F8-B7039F40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756EC-B472-4236-8057-EB67D4D82E8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26633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273351-0559-5A03-69F6-2ECCBA017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6EDA2-B300-2B64-85E2-AAC1FF068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924F6-4F52-AAE2-6C2B-14EF85981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0364B5-CAF6-4E60-BE4D-CE262B725CBB}" type="datetimeFigureOut">
              <a:rPr lang="en-MY" smtClean="0"/>
              <a:t>13/7/2026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BBF94-BFCA-3172-9ED8-0A11376833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304FE-D6D4-047F-71C9-372CEA1361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5756EC-B472-4236-8057-EB67D4D82E8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6505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571371-B974-EF37-BE71-1733BBBE53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753"/>
          <a:stretch>
            <a:fillRect/>
          </a:stretch>
        </p:blipFill>
        <p:spPr>
          <a:xfrm>
            <a:off x="5068204" y="0"/>
            <a:ext cx="7924800" cy="33832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F5E16C-418E-6709-0817-004E0E0735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03" r="2" b="8953"/>
          <a:stretch>
            <a:fillRect/>
          </a:stretch>
        </p:blipFill>
        <p:spPr>
          <a:xfrm>
            <a:off x="4724068" y="3383280"/>
            <a:ext cx="7555832" cy="33832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E8D48E-7E82-55D0-DCAC-B4358ED42BC8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609600"/>
            <a:ext cx="3992563" cy="3876675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BOT</a:t>
            </a:r>
            <a:endParaRPr lang="en-MY" sz="4400" dirty="0"/>
          </a:p>
        </p:txBody>
      </p:sp>
    </p:spTree>
    <p:extLst>
      <p:ext uri="{BB962C8B-B14F-4D97-AF65-F5344CB8AC3E}">
        <p14:creationId xmlns:p14="http://schemas.microsoft.com/office/powerpoint/2010/main" val="815598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2E317-AF4A-292F-0DDD-3697B4F697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3816350" cy="1938338"/>
          </a:xfrm>
        </p:spPr>
        <p:txBody>
          <a:bodyPr>
            <a:normAutofit/>
          </a:bodyPr>
          <a:lstStyle/>
          <a:p>
            <a:r>
              <a:rPr lang="en-US"/>
              <a:t>Human</a:t>
            </a:r>
            <a:endParaRPr lang="en-MY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598AF4-EF4C-3246-85E4-544336E0A4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6" r="813" b="1"/>
          <a:stretch>
            <a:fillRect/>
          </a:stretch>
        </p:blipFill>
        <p:spPr>
          <a:xfrm>
            <a:off x="4523316" y="231775"/>
            <a:ext cx="7287684" cy="3694372"/>
          </a:xfrm>
          <a:custGeom>
            <a:avLst/>
            <a:gdLst/>
            <a:ahLst/>
            <a:cxnLst/>
            <a:rect l="l" t="t" r="r" b="b"/>
            <a:pathLst>
              <a:path w="7287684" h="3694372">
                <a:moveTo>
                  <a:pt x="1047969" y="0"/>
                </a:moveTo>
                <a:lnTo>
                  <a:pt x="7287684" y="0"/>
                </a:lnTo>
                <a:lnTo>
                  <a:pt x="7287684" y="814388"/>
                </a:lnTo>
                <a:lnTo>
                  <a:pt x="7287684" y="3694372"/>
                </a:lnTo>
                <a:lnTo>
                  <a:pt x="471411" y="3694372"/>
                </a:lnTo>
                <a:lnTo>
                  <a:pt x="470992" y="3686621"/>
                </a:lnTo>
                <a:cubicBezTo>
                  <a:pt x="458999" y="3642419"/>
                  <a:pt x="427907" y="3602236"/>
                  <a:pt x="376383" y="3554015"/>
                </a:cubicBezTo>
                <a:cubicBezTo>
                  <a:pt x="315976" y="3500438"/>
                  <a:pt x="255568" y="3454003"/>
                  <a:pt x="170288" y="3407569"/>
                </a:cubicBezTo>
                <a:cubicBezTo>
                  <a:pt x="365723" y="3382565"/>
                  <a:pt x="163181" y="3296841"/>
                  <a:pt x="230695" y="3243263"/>
                </a:cubicBezTo>
                <a:cubicBezTo>
                  <a:pt x="369276" y="3221831"/>
                  <a:pt x="479431" y="3393282"/>
                  <a:pt x="667759" y="3343275"/>
                </a:cubicBezTo>
                <a:cubicBezTo>
                  <a:pt x="440344" y="3196828"/>
                  <a:pt x="184501" y="3150393"/>
                  <a:pt x="17493" y="2953940"/>
                </a:cubicBezTo>
                <a:cubicBezTo>
                  <a:pt x="56580" y="2911078"/>
                  <a:pt x="95667" y="2953940"/>
                  <a:pt x="127647" y="2936081"/>
                </a:cubicBezTo>
                <a:cubicBezTo>
                  <a:pt x="127647" y="2925365"/>
                  <a:pt x="500751" y="2993232"/>
                  <a:pt x="522071" y="2714625"/>
                </a:cubicBezTo>
                <a:cubicBezTo>
                  <a:pt x="529178" y="2714625"/>
                  <a:pt x="536285" y="2714625"/>
                  <a:pt x="543391" y="2703909"/>
                </a:cubicBezTo>
                <a:cubicBezTo>
                  <a:pt x="582478" y="2664619"/>
                  <a:pt x="546945" y="2571750"/>
                  <a:pt x="610905" y="2564606"/>
                </a:cubicBezTo>
                <a:cubicBezTo>
                  <a:pt x="681973" y="2557462"/>
                  <a:pt x="749487" y="2525315"/>
                  <a:pt x="824107" y="2543175"/>
                </a:cubicBezTo>
                <a:cubicBezTo>
                  <a:pt x="880961" y="2557462"/>
                  <a:pt x="941368" y="2575322"/>
                  <a:pt x="1001776" y="2575322"/>
                </a:cubicBezTo>
                <a:cubicBezTo>
                  <a:pt x="1065736" y="2575322"/>
                  <a:pt x="1154570" y="2696766"/>
                  <a:pt x="1193658" y="2536031"/>
                </a:cubicBezTo>
                <a:cubicBezTo>
                  <a:pt x="1193658" y="2528888"/>
                  <a:pt x="1303812" y="2546747"/>
                  <a:pt x="1364219" y="2553891"/>
                </a:cubicBezTo>
                <a:cubicBezTo>
                  <a:pt x="1413966" y="2561035"/>
                  <a:pt x="1474374" y="2593181"/>
                  <a:pt x="1509907" y="2528888"/>
                </a:cubicBezTo>
                <a:cubicBezTo>
                  <a:pt x="1527674" y="2489596"/>
                  <a:pt x="1442393" y="2418159"/>
                  <a:pt x="1367772" y="2411015"/>
                </a:cubicBezTo>
                <a:cubicBezTo>
                  <a:pt x="1300259" y="2403872"/>
                  <a:pt x="1232745" y="2396728"/>
                  <a:pt x="1168784" y="2411015"/>
                </a:cubicBezTo>
                <a:cubicBezTo>
                  <a:pt x="1090610" y="2428875"/>
                  <a:pt x="1047969" y="2400300"/>
                  <a:pt x="1026649" y="2336007"/>
                </a:cubicBezTo>
                <a:cubicBezTo>
                  <a:pt x="1001776" y="2268141"/>
                  <a:pt x="955582" y="2232422"/>
                  <a:pt x="891621" y="2200275"/>
                </a:cubicBezTo>
                <a:cubicBezTo>
                  <a:pt x="735273" y="2121694"/>
                  <a:pt x="586032" y="2028825"/>
                  <a:pt x="415470" y="1982390"/>
                </a:cubicBezTo>
                <a:cubicBezTo>
                  <a:pt x="383490" y="1975246"/>
                  <a:pt x="344403" y="1960959"/>
                  <a:pt x="330189" y="1900238"/>
                </a:cubicBezTo>
                <a:cubicBezTo>
                  <a:pt x="792127" y="1993106"/>
                  <a:pt x="1211424" y="2232422"/>
                  <a:pt x="1687576" y="2218135"/>
                </a:cubicBezTo>
                <a:cubicBezTo>
                  <a:pt x="1559654" y="2143125"/>
                  <a:pt x="1406860" y="2139554"/>
                  <a:pt x="1268278" y="2085975"/>
                </a:cubicBezTo>
                <a:cubicBezTo>
                  <a:pt x="1367772" y="2046685"/>
                  <a:pt x="1460160" y="2089547"/>
                  <a:pt x="1552548" y="2110978"/>
                </a:cubicBezTo>
                <a:cubicBezTo>
                  <a:pt x="1630722" y="2128837"/>
                  <a:pt x="1701789" y="2132410"/>
                  <a:pt x="1708896" y="2021681"/>
                </a:cubicBezTo>
                <a:cubicBezTo>
                  <a:pt x="1708896" y="2010965"/>
                  <a:pt x="1708896" y="2003821"/>
                  <a:pt x="1708896" y="1993106"/>
                </a:cubicBezTo>
                <a:cubicBezTo>
                  <a:pt x="1680469" y="1946672"/>
                  <a:pt x="1641382" y="1925240"/>
                  <a:pt x="1591635" y="1910953"/>
                </a:cubicBezTo>
                <a:cubicBezTo>
                  <a:pt x="1563208" y="1903809"/>
                  <a:pt x="1524121" y="1889522"/>
                  <a:pt x="1524121" y="1857375"/>
                </a:cubicBezTo>
                <a:cubicBezTo>
                  <a:pt x="1527674" y="1735931"/>
                  <a:pt x="1431733" y="1700212"/>
                  <a:pt x="1339346" y="1664493"/>
                </a:cubicBezTo>
                <a:cubicBezTo>
                  <a:pt x="1389093" y="1603772"/>
                  <a:pt x="1431733" y="1646635"/>
                  <a:pt x="1470820" y="1643062"/>
                </a:cubicBezTo>
                <a:cubicBezTo>
                  <a:pt x="1495694" y="1639491"/>
                  <a:pt x="1520567" y="1635919"/>
                  <a:pt x="1520567" y="1603772"/>
                </a:cubicBezTo>
                <a:cubicBezTo>
                  <a:pt x="1520567" y="1578769"/>
                  <a:pt x="1509907" y="1546622"/>
                  <a:pt x="1485034" y="1546622"/>
                </a:cubicBezTo>
                <a:cubicBezTo>
                  <a:pt x="1328686" y="1543050"/>
                  <a:pt x="1239851" y="1371600"/>
                  <a:pt x="1076396" y="1371600"/>
                </a:cubicBezTo>
                <a:cubicBezTo>
                  <a:pt x="976902" y="1371600"/>
                  <a:pt x="1126144" y="1275159"/>
                  <a:pt x="1044416" y="1235869"/>
                </a:cubicBezTo>
                <a:cubicBezTo>
                  <a:pt x="1026649" y="1225153"/>
                  <a:pt x="1094163" y="1210866"/>
                  <a:pt x="1122590" y="1214437"/>
                </a:cubicBezTo>
                <a:cubicBezTo>
                  <a:pt x="1151017" y="1218009"/>
                  <a:pt x="1175891" y="1243013"/>
                  <a:pt x="1211424" y="1225153"/>
                </a:cubicBezTo>
                <a:cubicBezTo>
                  <a:pt x="1229191" y="1160860"/>
                  <a:pt x="1182997" y="1135856"/>
                  <a:pt x="1140357" y="1117997"/>
                </a:cubicBezTo>
                <a:cubicBezTo>
                  <a:pt x="1047969" y="1075135"/>
                  <a:pt x="955582" y="1025129"/>
                  <a:pt x="852534" y="1010841"/>
                </a:cubicBezTo>
                <a:cubicBezTo>
                  <a:pt x="817001" y="1007269"/>
                  <a:pt x="795680" y="989409"/>
                  <a:pt x="799234" y="953690"/>
                </a:cubicBezTo>
                <a:cubicBezTo>
                  <a:pt x="806340" y="907256"/>
                  <a:pt x="841874" y="921544"/>
                  <a:pt x="870301" y="925115"/>
                </a:cubicBezTo>
                <a:cubicBezTo>
                  <a:pt x="888068" y="928688"/>
                  <a:pt x="905835" y="939403"/>
                  <a:pt x="923602" y="914400"/>
                </a:cubicBezTo>
                <a:cubicBezTo>
                  <a:pt x="611794" y="724198"/>
                  <a:pt x="409919" y="684684"/>
                  <a:pt x="132090" y="589415"/>
                </a:cubicBezTo>
                <a:lnTo>
                  <a:pt x="31922" y="552917"/>
                </a:lnTo>
                <a:lnTo>
                  <a:pt x="26859" y="541335"/>
                </a:lnTo>
                <a:cubicBezTo>
                  <a:pt x="20137" y="534929"/>
                  <a:pt x="8953" y="532232"/>
                  <a:pt x="0" y="527681"/>
                </a:cubicBezTo>
                <a:cubicBezTo>
                  <a:pt x="5969" y="516305"/>
                  <a:pt x="7617" y="502963"/>
                  <a:pt x="17905" y="493550"/>
                </a:cubicBezTo>
                <a:cubicBezTo>
                  <a:pt x="23947" y="488022"/>
                  <a:pt x="35344" y="487159"/>
                  <a:pt x="44763" y="486724"/>
                </a:cubicBezTo>
                <a:lnTo>
                  <a:pt x="165722" y="483650"/>
                </a:lnTo>
                <a:lnTo>
                  <a:pt x="193385" y="498723"/>
                </a:lnTo>
                <a:cubicBezTo>
                  <a:pt x="210263" y="511671"/>
                  <a:pt x="227142" y="525066"/>
                  <a:pt x="315976" y="535781"/>
                </a:cubicBezTo>
                <a:cubicBezTo>
                  <a:pt x="401257" y="546497"/>
                  <a:pt x="479431" y="582216"/>
                  <a:pt x="575372" y="525066"/>
                </a:cubicBezTo>
                <a:cubicBezTo>
                  <a:pt x="639332" y="485775"/>
                  <a:pt x="742380" y="528637"/>
                  <a:pt x="820554" y="560785"/>
                </a:cubicBezTo>
                <a:cubicBezTo>
                  <a:pt x="884515" y="589360"/>
                  <a:pt x="948475" y="596503"/>
                  <a:pt x="1033756" y="560785"/>
                </a:cubicBezTo>
                <a:cubicBezTo>
                  <a:pt x="955582" y="539354"/>
                  <a:pt x="895175" y="521494"/>
                  <a:pt x="834767" y="507206"/>
                </a:cubicBezTo>
                <a:cubicBezTo>
                  <a:pt x="785020" y="496491"/>
                  <a:pt x="756593" y="471488"/>
                  <a:pt x="760147" y="417909"/>
                </a:cubicBezTo>
                <a:cubicBezTo>
                  <a:pt x="760147" y="389334"/>
                  <a:pt x="749487" y="350044"/>
                  <a:pt x="785020" y="335757"/>
                </a:cubicBezTo>
                <a:cubicBezTo>
                  <a:pt x="813447" y="321469"/>
                  <a:pt x="852534" y="335757"/>
                  <a:pt x="866748" y="360759"/>
                </a:cubicBezTo>
                <a:cubicBezTo>
                  <a:pt x="884515" y="407194"/>
                  <a:pt x="902281" y="450056"/>
                  <a:pt x="962689" y="453629"/>
                </a:cubicBezTo>
                <a:cubicBezTo>
                  <a:pt x="1044416" y="460771"/>
                  <a:pt x="998222" y="432197"/>
                  <a:pt x="984009" y="396478"/>
                </a:cubicBezTo>
                <a:cubicBezTo>
                  <a:pt x="969795" y="357188"/>
                  <a:pt x="1012436" y="346472"/>
                  <a:pt x="1040863" y="353615"/>
                </a:cubicBezTo>
                <a:cubicBezTo>
                  <a:pt x="1147464" y="385763"/>
                  <a:pt x="1257618" y="328613"/>
                  <a:pt x="1367772" y="375047"/>
                </a:cubicBezTo>
                <a:cubicBezTo>
                  <a:pt x="1339346" y="260747"/>
                  <a:pt x="1278938" y="210741"/>
                  <a:pt x="1151017" y="192881"/>
                </a:cubicBezTo>
                <a:cubicBezTo>
                  <a:pt x="1104823" y="189310"/>
                  <a:pt x="1055076" y="196453"/>
                  <a:pt x="1012436" y="164306"/>
                </a:cubicBezTo>
                <a:cubicBezTo>
                  <a:pt x="987562" y="146447"/>
                  <a:pt x="962689" y="125016"/>
                  <a:pt x="980456" y="89297"/>
                </a:cubicBezTo>
                <a:cubicBezTo>
                  <a:pt x="991116" y="64294"/>
                  <a:pt x="1019542" y="64294"/>
                  <a:pt x="1044416" y="71437"/>
                </a:cubicBezTo>
                <a:cubicBezTo>
                  <a:pt x="1147464" y="110728"/>
                  <a:pt x="1257618" y="121444"/>
                  <a:pt x="1364219" y="135731"/>
                </a:cubicBezTo>
                <a:cubicBezTo>
                  <a:pt x="1381986" y="139303"/>
                  <a:pt x="1399753" y="146447"/>
                  <a:pt x="1417520" y="110728"/>
                </a:cubicBezTo>
                <a:cubicBezTo>
                  <a:pt x="1293152" y="78581"/>
                  <a:pt x="1172337" y="35719"/>
                  <a:pt x="1047969" y="0"/>
                </a:cubicBezTo>
                <a:close/>
              </a:path>
            </a:pathLst>
          </a:cu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30E582-5BC4-956B-65BA-30B803B678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824"/>
          <a:stretch>
            <a:fillRect/>
          </a:stretch>
        </p:blipFill>
        <p:spPr>
          <a:xfrm>
            <a:off x="4726728" y="3802961"/>
            <a:ext cx="7472381" cy="3055043"/>
          </a:xfrm>
          <a:custGeom>
            <a:avLst/>
            <a:gdLst/>
            <a:ahLst/>
            <a:cxnLst/>
            <a:rect l="l" t="t" r="r" b="b"/>
            <a:pathLst>
              <a:path w="7472381" h="3055043">
                <a:moveTo>
                  <a:pt x="638975" y="0"/>
                </a:moveTo>
                <a:lnTo>
                  <a:pt x="7472381" y="0"/>
                </a:lnTo>
                <a:lnTo>
                  <a:pt x="7472381" y="2579984"/>
                </a:lnTo>
                <a:lnTo>
                  <a:pt x="7472381" y="3055043"/>
                </a:lnTo>
                <a:lnTo>
                  <a:pt x="6992676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42470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D41E57-DD16-F229-A817-9EB3A1EB5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428999"/>
            <a:ext cx="6096000" cy="31406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A6CF7F-F9B5-A037-284D-0BD23C560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300" y="457560"/>
            <a:ext cx="5969000" cy="29714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1DA91B-2725-9A5B-FB59-423F842816B3}"/>
              </a:ext>
            </a:extLst>
          </p:cNvPr>
          <p:cNvSpPr txBox="1"/>
          <p:nvPr/>
        </p:nvSpPr>
        <p:spPr>
          <a:xfrm>
            <a:off x="609600" y="889000"/>
            <a:ext cx="337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Human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23021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E6CBE-59D7-C89A-EAE0-ECE242BEC01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3816350" cy="1938338"/>
          </a:xfrm>
        </p:spPr>
        <p:txBody>
          <a:bodyPr>
            <a:normAutofit/>
          </a:bodyPr>
          <a:lstStyle/>
          <a:p>
            <a:r>
              <a:rPr lang="en-US" dirty="0"/>
              <a:t>Strong bot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549DE0-A061-53DE-4710-28BCBADCD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842" y="2902729"/>
            <a:ext cx="7081157" cy="37827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30B05C-2DE6-7F9E-3ED4-C662B6332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263" y="0"/>
            <a:ext cx="6542314" cy="328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450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8F2B1C-91C5-1A54-1CAE-7FF5CD796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2436737"/>
            <a:ext cx="3517119" cy="197837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4E6C3E4C-3F34-063F-CC70-325A629F0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450" y="2620189"/>
            <a:ext cx="3537345" cy="1742142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7858F58A-88BF-748F-8906-BC55613CA9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2336" y="2533459"/>
            <a:ext cx="3517120" cy="17849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1A810D-638A-CB43-29BA-42520090B46E}"/>
              </a:ext>
            </a:extLst>
          </p:cNvPr>
          <p:cNvSpPr txBox="1"/>
          <p:nvPr/>
        </p:nvSpPr>
        <p:spPr>
          <a:xfrm>
            <a:off x="896112" y="896112"/>
            <a:ext cx="2103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Weak Bot</a:t>
            </a:r>
            <a:endParaRPr lang="en-MY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8FBD6F-4DC9-F4D3-FA75-8C8BA96C12AE}"/>
              </a:ext>
            </a:extLst>
          </p:cNvPr>
          <p:cNvSpPr txBox="1"/>
          <p:nvPr/>
        </p:nvSpPr>
        <p:spPr>
          <a:xfrm>
            <a:off x="4948682" y="896112"/>
            <a:ext cx="1680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Strong</a:t>
            </a:r>
            <a:r>
              <a:rPr lang="en-US" sz="1800" dirty="0"/>
              <a:t> Bot</a:t>
            </a:r>
            <a:endParaRPr lang="en-MY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66A29A-BB3F-33F5-DF12-414EAFBCDB26}"/>
              </a:ext>
            </a:extLst>
          </p:cNvPr>
          <p:cNvSpPr txBox="1"/>
          <p:nvPr/>
        </p:nvSpPr>
        <p:spPr>
          <a:xfrm>
            <a:off x="8868410" y="896112"/>
            <a:ext cx="1680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Human</a:t>
            </a:r>
            <a:r>
              <a:rPr lang="en-US" sz="1800" dirty="0"/>
              <a:t> Bot</a:t>
            </a:r>
            <a:endParaRPr lang="en-MY" sz="1800" dirty="0"/>
          </a:p>
        </p:txBody>
      </p:sp>
    </p:spTree>
    <p:extLst>
      <p:ext uri="{BB962C8B-B14F-4D97-AF65-F5344CB8AC3E}">
        <p14:creationId xmlns:p14="http://schemas.microsoft.com/office/powerpoint/2010/main" val="1486080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11</Words>
  <Application>Microsoft Office PowerPoint</Application>
  <PresentationFormat>Widescreen</PresentationFormat>
  <Paragraphs>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BOT</vt:lpstr>
      <vt:lpstr>Human</vt:lpstr>
      <vt:lpstr>PowerPoint Presentation</vt:lpstr>
      <vt:lpstr>Strong bot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WONG ZYI KIT</dc:creator>
  <cp:lastModifiedBy>WONG ZYI KIT</cp:lastModifiedBy>
  <cp:revision>2</cp:revision>
  <dcterms:created xsi:type="dcterms:W3CDTF">2026-07-13T09:32:09Z</dcterms:created>
  <dcterms:modified xsi:type="dcterms:W3CDTF">2026-07-13T10:04:57Z</dcterms:modified>
</cp:coreProperties>
</file>